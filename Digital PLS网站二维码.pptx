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5BAB9-A54A-3FA7-E83D-56862BC30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ADF1F7-AAC7-BC1C-470D-EFE4A074F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5AA6CB-355C-D25D-7116-5A17C60E4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3B0CB-5321-4A46-BF73-D1306B66C406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253EF0-0BF7-B755-379C-FCE22F114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4225A-DBEF-7357-1896-26C94E601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D3DE-2F57-8B43-B521-3BD15E3887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622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B96480-8340-43F1-EB31-06F2EEAED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689FDE-F809-8712-381C-88E3373CE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5134C5-20C4-1761-B958-8D14294D4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3B0CB-5321-4A46-BF73-D1306B66C406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D8A7E4-454D-0974-9FDE-E2750259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CF91CE-739F-482B-E517-D6D115C1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D3DE-2F57-8B43-B521-3BD15E3887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5622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EFC9A-F850-ED2F-3E36-4E247D1F8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CDC790-2760-907B-17A4-3A4131777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0BDDC2-3BAA-21E2-DF2A-1C57A3CF3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3B0CB-5321-4A46-BF73-D1306B66C406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512510-38DA-560A-4D02-C3A01F77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DBA190-E202-82B9-D8BF-5CBC89DA1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D3DE-2F57-8B43-B521-3BD15E3887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471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0090E-3E34-6593-8C4E-1A1555E67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FE7B5C-98BE-8E1C-2CB1-79A25BC85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2CD1C0-2DC6-81C5-6D0E-8A877245B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069187-64CA-56E8-4AF8-38846204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3B0CB-5321-4A46-BF73-D1306B66C406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F59DE5-B909-CA02-7F26-1269A6B11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97A24A-E9AE-B789-0EFF-4BEAB7FF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D3DE-2F57-8B43-B521-3BD15E3887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205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9B8DA-FE23-9143-6DEE-9DE79E61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30E555-E534-6EB0-27D6-E0D8DE819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CB36CA-8DA2-CFEB-D125-920DC10D6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336E8B-56E9-6E61-611B-001643B83C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292BE3-B2A0-D61A-9817-A28E39AE0C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A4D59F-9C25-C965-6400-871C6AFEE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3B0CB-5321-4A46-BF73-D1306B66C406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FA4330-B91F-E9D6-3571-D317D7A2A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13C619-F93C-C721-D25F-D7E692242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D3DE-2F57-8B43-B521-3BD15E3887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81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AE3D46-977C-87AC-AEB7-897CDF99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CE55E4-A1E7-E974-583E-D59EA0B2B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3B0CB-5321-4A46-BF73-D1306B66C406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1167CE-95A6-D4A7-91E4-80212858A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5CC48E-1BEF-B560-E506-FE6D8F40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D3DE-2F57-8B43-B521-3BD15E3887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9549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76F176-14E5-DEB2-82A3-86588058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3B0CB-5321-4A46-BF73-D1306B66C406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72E4CF-35C3-12EA-EAFB-258BB4DE4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D9F2BD-5EBB-E893-15EE-CD99B1EB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D3DE-2F57-8B43-B521-3BD15E3887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1031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BED8A-BDD8-85F9-2C0F-427A508A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A19259-D5EB-E91C-C913-5442D68F8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9DF8BB-52AD-4A11-A125-9F27C15D3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A2302C-EE84-46E9-CC30-1596EDDB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3B0CB-5321-4A46-BF73-D1306B66C406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A66550-26E3-CA60-76E6-373F0FC5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7648D8-6065-9F4A-4763-4D0F77197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D3DE-2F57-8B43-B521-3BD15E3887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576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E2CB0-C82D-D443-334F-1299FB98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C1845E-3F14-7E51-3310-B80D0B9FBB8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6B3DD9-740B-F4AB-8403-59CAE3B34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9F7D7F-721A-CE6A-3C65-7AC38ACF7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3B0CB-5321-4A46-BF73-D1306B66C406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744F87-2A6D-FD57-2871-9EEBFCAE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0D06FB-D64B-C435-68D9-65826265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D3DE-2F57-8B43-B521-3BD15E3887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169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2B81F-5A23-4A99-DA55-CC25727FB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5FC9E1-0EA4-90EA-3B95-B86847281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17C403-D795-B64B-72A4-7658B4C70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3B0CB-5321-4A46-BF73-D1306B66C406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07C111-7207-2596-E4FB-AF87474C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6957DE-7729-BEEE-6960-30B8ADFF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D3DE-2F57-8B43-B521-3BD15E3887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421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93D738-8ED6-7C69-0F7A-318CA6134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F7041D-5AE7-9FBD-A5B4-F607049EC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2943B8-7519-3F3A-C53D-FBD556B12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3B0CB-5321-4A46-BF73-D1306B66C406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781044-7E55-5AA6-D73F-C974EC50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0BA02C-0C21-7844-22A0-2EA3CC7F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D3DE-2F57-8B43-B521-3BD15E3887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055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A51283-EE40-2530-3BFB-EE42E392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A49677-275A-0D6E-1D0D-0E634FBCB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C70F35-F831-A523-18E4-DCFD789E2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F3B0CB-5321-4A46-BF73-D1306B66C406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4D4182-420F-923B-6151-41BC5836C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8FA7FB-E4EC-60CF-F02A-C66DD9C3C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0D3DE-2F57-8B43-B521-3BD15E3887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334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5835115-7AE1-C65C-D385-27924E712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546" y="-210994"/>
            <a:ext cx="48387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5211CDF-2E0A-0FA5-2B0F-F5703E268F75}"/>
              </a:ext>
            </a:extLst>
          </p:cNvPr>
          <p:cNvSpPr/>
          <p:nvPr/>
        </p:nvSpPr>
        <p:spPr>
          <a:xfrm>
            <a:off x="6922546" y="5109882"/>
            <a:ext cx="4838700" cy="1537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5BBDC5-617F-AC67-EF7E-AD4C17AB8F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42" r="6388" b="43684"/>
          <a:stretch>
            <a:fillRect/>
          </a:stretch>
        </p:blipFill>
        <p:spPr>
          <a:xfrm>
            <a:off x="7978311" y="5109882"/>
            <a:ext cx="2727170" cy="116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461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Aiping He</dc:creator>
  <cp:lastModifiedBy>Aiping He</cp:lastModifiedBy>
  <cp:revision>3</cp:revision>
  <dcterms:created xsi:type="dcterms:W3CDTF">2026-09-29T14:31:47Z</dcterms:created>
  <dcterms:modified xsi:type="dcterms:W3CDTF">2026-09-29T14:46:53Z</dcterms:modified>
</cp:coreProperties>
</file>